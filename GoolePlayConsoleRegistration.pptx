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CFF331-14A2-9379-3766-01233A2DD6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7CCED9-3EF2-C157-34DB-50FCDAAAE3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D27A9B-5E6E-37CC-F831-CA27D4B896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88F599-1EB3-AB85-2A5D-6FF81B87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0A0EB3-A07A-4EDD-928F-3279D17257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22AADC-3338-71E2-D780-E0FA44B71A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8510A5-787F-11DC-E323-C1A69E2FBA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1A01F1-E996-9252-E19E-494DA2BBFC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659739-2337-FDE5-52CC-A73702506B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56035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253999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07905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078543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87633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4723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26699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11908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14275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74796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0898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43125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13662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54582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62203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7100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97221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59153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57255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150411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41540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1365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17809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0875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66900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38707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072830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561891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51915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011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619383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7947729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92491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0537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4746232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915574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98871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562259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841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840725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317924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5009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41573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624354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1232873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2021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841639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80788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7042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65099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64600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616929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42770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04706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298415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29190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13317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8708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90158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8268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464052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08449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30772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play.google.com/console/u/0/signup" TargetMode="External"/><Relationship Id="rId4" Type="http://schemas.openxmlformats.org/officeDocument/2006/relationships/hyperlink" Target="http://Ganapathirajangappan82@gmail.com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409835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Google Play Console Registration</a:t>
            </a:r>
            <a:endParaRPr/>
          </a:p>
        </p:txBody>
      </p:sp>
      <p:sp>
        <p:nvSpPr>
          <p:cNvPr id="181836323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Go to below url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3" tooltip=""/>
              </a:rPr>
              <a:t>https://play.google.com/console/u/0/signup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Userid /Password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u="sng">
                <a:hlinkClick r:id="rId4" tooltip=""/>
              </a:rPr>
              <a:t>Ganapathirajangappan82@gmail.com</a:t>
            </a:r>
            <a:endParaRPr/>
          </a:p>
          <a:p>
            <a:pPr>
              <a:defRPr/>
            </a:pPr>
            <a:r>
              <a:rPr/>
              <a:t>W2w2W@W@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Select get started under “Yourself”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109586" name="Picture 1" descr="Screenshot from 2025-12-13 02-50-2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7629" y="0"/>
            <a:ext cx="862874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7841779" name="Picture 1" descr="Screenshot from 2025-12-13 02-19-08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810778"/>
            <a:ext cx="9144000" cy="5236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3050467" name="Picture 1" descr="Screenshot from 2025-12-13 02-18-4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0192" y="0"/>
            <a:ext cx="856361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4013838" name="Picture 1" descr="Screenshot from 2025-12-13 02-18-17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0192" y="0"/>
            <a:ext cx="856361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7695931" name="Picture 1" descr="Screenshot from 2025-12-13 02-17-5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0192" y="0"/>
            <a:ext cx="856361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2308605" name="Picture 1" descr="Screenshot from 2025-12-13 02-17-1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4934" y="0"/>
            <a:ext cx="871413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504853" name="Picture 1" descr="Screenshot from 2025-12-13 02-16-43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4934" y="0"/>
            <a:ext cx="871413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3820792" name="Picture 1" descr="Screenshot from 2025-12-13 02-16-1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4934" y="0"/>
            <a:ext cx="871413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2025-12-16T03:42:20Z</dcterms:modified>
  <cp:category/>
</cp:coreProperties>
</file>